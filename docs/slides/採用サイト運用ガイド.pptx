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7FCC3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777240" cy="777240"/>
          </a:xfrm>
          <a:prstGeom prst="roundRect">
            <a:avLst>
              <a:gd name="adj" fmla="val 17647"/>
            </a:avLst>
          </a:prstGeom>
          <a:solidFill>
            <a:srgbClr val="7FCC3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54480" y="640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MARIO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採用サイト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採用サイト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7FCC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運用ガイド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で日本語で編集できる、新しい運用体制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CC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株式会社スポーツマリオ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0" y="4572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v1.0 / 2026年6月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CC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このプロジェクトとは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私たちが運用する採用サイト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914400"/>
          </a:xfrm>
          <a:prstGeom prst="rect">
            <a:avLst/>
          </a:prstGeom>
          <a:solidFill>
            <a:srgbClr val="7FCC3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🌐  公開URL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recruit.sportsmario.co.jp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697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7FC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採用区分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新卒/中途/A・P/SMSA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260604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2697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7FC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3291840" y="3703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実店舗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91840" y="4069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1都3県+湘南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60604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2697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7FC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6126480" y="3703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運用人数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26480" y="4069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チーム編集対応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937760"/>
            <a:ext cx="9144000" cy="228600"/>
          </a:xfrm>
          <a:prstGeom prst="rect">
            <a:avLst/>
          </a:prstGeom>
          <a:solidFill>
            <a:srgbClr val="1A4D2E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937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スポーツマリオ 採用サイト 運用ガイド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03920" y="4937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CC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今日のゴール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このセッション後にあなたができるようになること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719072"/>
            <a:ext cx="594360" cy="594360"/>
          </a:xfrm>
          <a:prstGeom prst="ellipse">
            <a:avLst/>
          </a:prstGeom>
          <a:solidFill>
            <a:srgbClr val="7FCC3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190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6916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採用サイトを編集できる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2057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自分のPCから店舗情報・文言を直接変更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770632"/>
            <a:ext cx="594360" cy="594360"/>
          </a:xfrm>
          <a:prstGeom prst="ellipse">
            <a:avLst/>
          </a:prstGeom>
          <a:solidFill>
            <a:srgbClr val="7FCC3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7706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に日本語で頼める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3108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「時給1300円に上げて」のような指示で完了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822192"/>
            <a:ext cx="594360" cy="594360"/>
          </a:xfrm>
          <a:prstGeom prst="ellipse">
            <a:avLst/>
          </a:prstGeom>
          <a:solidFill>
            <a:srgbClr val="7FCC3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8221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37947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本番反映を確認できる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4160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recruit.sportsmario.co.jp で変更を確認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937760"/>
            <a:ext cx="9144000" cy="228600"/>
          </a:xfrm>
          <a:prstGeom prst="rect">
            <a:avLst/>
          </a:prstGeom>
          <a:solidFill>
            <a:srgbClr val="1A4D2E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937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スポーツマリオ 採用サイト 運用ガイド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937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CC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全体フロー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編集から本番反映までの流れ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737360"/>
            <a:ext cx="1965960" cy="274320"/>
          </a:xfrm>
          <a:prstGeom prst="rect">
            <a:avLst/>
          </a:prstGeom>
          <a:solidFill>
            <a:srgbClr val="7FCC3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7373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7FCC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✏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365760" y="29718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あなたが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に依頼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40864" y="26517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CC30"/>
                </a:solidFill>
              </a:rPr>
              <a:t>▶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606040" y="173736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1737360"/>
            <a:ext cx="1965960" cy="274320"/>
          </a:xfrm>
          <a:prstGeom prst="rect">
            <a:avLst/>
          </a:prstGeom>
          <a:solidFill>
            <a:srgbClr val="1A4D2E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7373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21945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1A4D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☁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2606040" y="29718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に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push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06040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codecommit 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81144" y="26517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CC30"/>
                </a:solidFill>
              </a:rPr>
              <a:t>▶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846320" y="173736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737360"/>
            <a:ext cx="1965960" cy="274320"/>
          </a:xfrm>
          <a:prstGeom prst="rect">
            <a:avLst/>
          </a:prstGeom>
          <a:solidFill>
            <a:srgbClr val="1A4D2E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7373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1945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1A4D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⚙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4846320" y="29718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Amplify が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ビルド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46320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自動デプロイ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21424" y="26517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CC30"/>
                </a:solidFill>
              </a:rPr>
              <a:t>▶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086600" y="173736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086600" y="1737360"/>
            <a:ext cx="1965960" cy="274320"/>
          </a:xfrm>
          <a:prstGeom prst="rect">
            <a:avLst/>
          </a:prstGeom>
          <a:solidFill>
            <a:srgbClr val="7FCC30"/>
          </a:solidFill>
          <a:ln/>
        </p:spPr>
      </p:sp>
      <p:sp>
        <p:nvSpPr>
          <p:cNvPr id="28" name="Text 26"/>
          <p:cNvSpPr/>
          <p:nvPr/>
        </p:nvSpPr>
        <p:spPr>
          <a:xfrm>
            <a:off x="7086600" y="17373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86600" y="21945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7FCC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🌐</a:t>
            </a:r>
            <a:endParaRPr lang="en-US" sz="5000" dirty="0"/>
          </a:p>
        </p:txBody>
      </p:sp>
      <p:sp>
        <p:nvSpPr>
          <p:cNvPr id="30" name="Text 28"/>
          <p:cNvSpPr/>
          <p:nvPr/>
        </p:nvSpPr>
        <p:spPr>
          <a:xfrm>
            <a:off x="7086600" y="29718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反映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086600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2〜5分後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1A4D2E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 あなたがやるのは STEP 1 だけ。あとは全自動です。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228600"/>
          </a:xfrm>
          <a:prstGeom prst="rect">
            <a:avLst/>
          </a:prstGeom>
          <a:solidFill>
            <a:srgbClr val="1A4D2E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937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スポーツマリオ 採用サイト 運用ガイド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03920" y="4937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CC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事前に必要なもの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セットアップ前に揃えておくもの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37360"/>
            <a:ext cx="822960" cy="822960"/>
          </a:xfrm>
          <a:prstGeom prst="ellipse">
            <a:avLst/>
          </a:prstGeom>
          <a:solidFill>
            <a:srgbClr val="7FCC30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💻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737360" y="1645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 PC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2057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メモリ8GB以上推奨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 10/11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737360"/>
            <a:ext cx="822960" cy="822960"/>
          </a:xfrm>
          <a:prstGeom prst="ellipse">
            <a:avLst/>
          </a:prstGeom>
          <a:solidFill>
            <a:srgbClr val="7FCC30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🔑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897880" y="1645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管理者権限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2057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ソフトウェアを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インストールできるアカウント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291840"/>
            <a:ext cx="822960" cy="822960"/>
          </a:xfrm>
          <a:prstGeom prst="ellipse">
            <a:avLst/>
          </a:prstGeom>
          <a:solidFill>
            <a:srgbClr val="7FCC30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91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☁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73736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認証情報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37360" y="36118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桐原さんから受領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（ユーザー名+パスワード）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0175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3291840"/>
            <a:ext cx="822960" cy="822960"/>
          </a:xfrm>
          <a:prstGeom prst="ellipse">
            <a:avLst/>
          </a:prstGeom>
          <a:solidFill>
            <a:srgbClr val="7FCC30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291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89788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API キー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97880" y="36118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会社契約の Claude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ライセンスを使用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937760"/>
            <a:ext cx="9144000" cy="228600"/>
          </a:xfrm>
          <a:prstGeom prst="rect">
            <a:avLst/>
          </a:prstGeom>
          <a:solidFill>
            <a:srgbClr val="1A4D2E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937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スポーツマリオ 採用サイト 運用ガイド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03920" y="4937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CC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1：必要なソフトをインストール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所要時間 約30分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54864" cy="658368"/>
          </a:xfrm>
          <a:prstGeom prst="rect">
            <a:avLst/>
          </a:prstGeom>
          <a:solidFill>
            <a:srgbClr val="7FCC3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C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Node.js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88720" y="19202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LTS版をダウンロード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0" y="155448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4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nodejs.org/ja/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313432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313432"/>
            <a:ext cx="54864" cy="658368"/>
          </a:xfrm>
          <a:prstGeom prst="rect">
            <a:avLst/>
          </a:prstGeom>
          <a:solidFill>
            <a:srgbClr val="7FCC3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1343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C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23591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 for Windows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88720" y="26791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初期設定でOK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0" y="231343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4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git-scm.com/download/win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072384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72384"/>
            <a:ext cx="54864" cy="658368"/>
          </a:xfrm>
          <a:prstGeom prst="rect">
            <a:avLst/>
          </a:prstGeom>
          <a:solidFill>
            <a:srgbClr val="7FCC3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07238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C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88720" y="31181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VSCode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88720" y="34381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エディタ（推奨）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307238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4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code.visualstudio.com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831336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831336"/>
            <a:ext cx="54864" cy="658368"/>
          </a:xfrm>
          <a:prstGeom prst="rect">
            <a:avLst/>
          </a:prstGeom>
          <a:solidFill>
            <a:srgbClr val="7FCC3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83133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C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88720" y="38770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188720" y="41970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会社の配布方法に従う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80560" y="383133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4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社内ドキュメント参照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4937760"/>
            <a:ext cx="9144000" cy="228600"/>
          </a:xfrm>
          <a:prstGeom prst="rect">
            <a:avLst/>
          </a:prstGeom>
          <a:solidFill>
            <a:srgbClr val="1A4D2E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937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スポーツマリオ 採用サイト 運用ガイド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03920" y="4937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CC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2：AWS 認証情報を Windows に登録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所要時間 約5分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D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20040" cy="320040"/>
          </a:xfrm>
          <a:prstGeom prst="ellipse">
            <a:avLst/>
          </a:prstGeom>
          <a:solidFill>
            <a:srgbClr val="7FCC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スタートメニュー → 「資格情報マネージャー」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20040" cy="320040"/>
          </a:xfrm>
          <a:prstGeom prst="ellipse">
            <a:avLst/>
          </a:prstGeom>
          <a:solidFill>
            <a:srgbClr val="7FCC3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「Windows 資格情報」をクリック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320040" cy="320040"/>
          </a:xfrm>
          <a:prstGeom prst="ellipse">
            <a:avLst/>
          </a:prstGeom>
          <a:solidFill>
            <a:srgbClr val="7FCC3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7432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「汎用資格情報の追加」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320040" cy="320040"/>
          </a:xfrm>
          <a:prstGeom prst="ellipse">
            <a:avLst/>
          </a:prstGeom>
          <a:solidFill>
            <a:srgbClr val="7FCC3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200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以下を入力 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320040" cy="320040"/>
          </a:xfrm>
          <a:prstGeom prst="ellipse">
            <a:avLst/>
          </a:prstGeom>
          <a:solidFill>
            <a:srgbClr val="7FCC3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657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「OK」で保存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120640" y="1463040"/>
            <a:ext cx="3657600" cy="3291840"/>
          </a:xfrm>
          <a:prstGeom prst="rect">
            <a:avLst/>
          </a:prstGeom>
          <a:solidFill>
            <a:srgbClr val="1A4D2E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CC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入力内容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20574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CC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インターネットアドレス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0" y="22860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git-codecommit.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ap-northeast-1.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amazonaws.com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0" y="2926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CC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ユーザー名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31546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桐原さんから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受領した値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37947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CC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パスワード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0" y="40233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桐原さんから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受領した値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937760"/>
            <a:ext cx="9144000" cy="228600"/>
          </a:xfrm>
          <a:prstGeom prst="rect">
            <a:avLst/>
          </a:prstGeom>
          <a:solidFill>
            <a:srgbClr val="1A4D2E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937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スポーツマリオ 採用サイト 運用ガイド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03920" y="4937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CC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3：リポジトリを取得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所要時間 約5分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PowerShell を開いて、以下のコマンドを順に実行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C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8196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C:\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0E0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C:ドライブのルートに移動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50008"/>
            <a:ext cx="8229600" cy="50292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957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C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23865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https://git-codecommit.ap-northeast-1.amazonaws.com/v1/repos/recruit-site recruit-mock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6243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0E0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リポジトリをダウンロード（1〜2分）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916936"/>
            <a:ext cx="8229600" cy="50292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96265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C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2953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recruit-mock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191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0E0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プロジェクトに入る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83864"/>
            <a:ext cx="8229600" cy="50292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5295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C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3520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https://github.com/sportsmario-jp/recruit-site.git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758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0E0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もリモート追加（バックアップ用）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050792"/>
            <a:ext cx="8229600" cy="50292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0965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C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4087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3251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0E0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依存パッケージインストール（1〜2分）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937760"/>
            <a:ext cx="9144000" cy="228600"/>
          </a:xfrm>
          <a:prstGeom prst="rect">
            <a:avLst/>
          </a:prstGeom>
          <a:solidFill>
            <a:srgbClr val="1A4D2E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937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スポーツマリオ 採用サイト 運用ガイド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03920" y="4937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CC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4：Claude Code を起動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最初の動作確認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E0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PowerShell で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C:\recruit-mock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CC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D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動作確認 — Claude に話しかけてみる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743200"/>
            <a:ext cx="73152" cy="640080"/>
          </a:xfrm>
          <a:prstGeom prst="rect">
            <a:avLst/>
          </a:prstGeom>
          <a:solidFill>
            <a:srgbClr val="7FCC30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788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2743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「このプロジェクトの概要を教えて」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期待される反応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D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CLAUDE.md を読み込んで、サイトの概要を返答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178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D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デプロイ方法（codecommit push）に言及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4714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D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主要なファイル構成を説明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937760"/>
            <a:ext cx="9144000" cy="228600"/>
          </a:xfrm>
          <a:prstGeom prst="rect">
            <a:avLst/>
          </a:prstGeom>
          <a:solidFill>
            <a:srgbClr val="1A4D2E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937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スポーツマリオ 採用サイト 運用ガイド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4937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CC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実演 1：時給を変更してみよう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一番よくある作業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D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🗣  Claude に話しかける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8745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錦糸町店の時給を 1300円に上げて。push まで自動でやって。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D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⚙  Claude が自動でやること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1847088"/>
            <a:ext cx="228600" cy="228600"/>
          </a:xfrm>
          <a:prstGeom prst="ellipse">
            <a:avLst/>
          </a:prstGeom>
          <a:solidFill>
            <a:srgbClr val="7FCC3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828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5780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data/shops.json を編集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2212848"/>
            <a:ext cx="228600" cy="228600"/>
          </a:xfrm>
          <a:prstGeom prst="ellipse">
            <a:avLst/>
          </a:prstGeom>
          <a:solidFill>
            <a:srgbClr val="7FCC3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194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57800" y="2148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JSON 妥当性チェック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2578608"/>
            <a:ext cx="228600" cy="228600"/>
          </a:xfrm>
          <a:prstGeom prst="ellipse">
            <a:avLst/>
          </a:prstGeom>
          <a:solidFill>
            <a:srgbClr val="7FCC30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5603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5780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ビルド実行（shops/*.html 再生成）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2944368"/>
            <a:ext cx="228600" cy="228600"/>
          </a:xfrm>
          <a:prstGeom prst="ellipse">
            <a:avLst/>
          </a:prstGeom>
          <a:solidFill>
            <a:srgbClr val="7FCC30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926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57800" y="2880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コミット（日本語メッセージ）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3310128"/>
            <a:ext cx="228600" cy="228600"/>
          </a:xfrm>
          <a:prstGeom prst="ellipse">
            <a:avLst/>
          </a:prstGeom>
          <a:solidFill>
            <a:srgbClr val="7FCC30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291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3246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codecommit に push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3675888"/>
            <a:ext cx="228600" cy="228600"/>
          </a:xfrm>
          <a:prstGeom prst="ellipse">
            <a:avLst/>
          </a:prstGeom>
          <a:solidFill>
            <a:srgbClr val="7FCC30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657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7800" y="3611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にも push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1A4D2E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⏱  2〜5分後 → recruit.sportsmario.co.jp に反映完了！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0" y="4937760"/>
            <a:ext cx="9144000" cy="228600"/>
          </a:xfrm>
          <a:prstGeom prst="rect">
            <a:avLst/>
          </a:prstGeom>
          <a:solidFill>
            <a:srgbClr val="1A4D2E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937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スポーツマリオ 採用サイト 運用ガイド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03920" y="4937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CC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実演 2：募集の停止／再開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recruiting フラグで簡単切替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3931920" cy="45720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🛑  募集を一時停止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🗣  プロンプト例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3566160" cy="868680"/>
          </a:xfrm>
          <a:prstGeom prst="rect">
            <a:avLst/>
          </a:prstGeom>
          <a:solidFill>
            <a:srgbClr val="F8FAF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3317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亀有店の募集を一時停止して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一覧で「現在募集休止中」バッジ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 グレーアウト表示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14173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417320"/>
            <a:ext cx="3931920" cy="457200"/>
          </a:xfrm>
          <a:prstGeom prst="rect">
            <a:avLst/>
          </a:prstGeom>
          <a:solidFill>
            <a:srgbClr val="7FCC30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🟢  募集を再開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🗣  プロンプト例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331720"/>
            <a:ext cx="3566160" cy="868680"/>
          </a:xfrm>
          <a:prstGeom prst="rect">
            <a:avLst/>
          </a:prstGeom>
          <a:solidFill>
            <a:srgbClr val="F8FAF5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3317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亀有店の募集を再開。時給1250円スタートで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3611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通常表示に戻る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時給も同時更新可能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937760"/>
            <a:ext cx="9144000" cy="228600"/>
          </a:xfrm>
          <a:prstGeom prst="rect">
            <a:avLst/>
          </a:prstGeom>
          <a:solidFill>
            <a:srgbClr val="1A4D2E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937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スポーツマリオ 採用サイト 運用ガイド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03920" y="4937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CC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実演 3：新店舗を追加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まとめて情報を渡せばOK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D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🗣  最初のプロンプト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8288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新店舗を追加したい。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 店舗名: スポーツマリオ 横浜店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 業態: SPORTS MARIO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514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 住所: 神奈川県横浜市西区高島2-19-12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 営業時間: 10:00〜21:00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9718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 時給: 1250円〜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 情報が足りない時は Claude が質問してくれます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931920"/>
            <a:ext cx="73152" cy="7315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319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 店舗写真は後で差し替え：「images/shops/yokohama.jpg を新写真に差し替えて」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251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360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画像ファイル名と保存場所を Claude に伝えれば、自動で配置・パス設定してくれます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937760"/>
            <a:ext cx="9144000" cy="228600"/>
          </a:xfrm>
          <a:prstGeom prst="rect">
            <a:avLst/>
          </a:prstGeom>
          <a:solidFill>
            <a:srgbClr val="1A4D2E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937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スポーツマリオ 採用サイト 運用ガイド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4937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CC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頼み方のコツ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同じ作業でも、伝え方で結果が変わる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4023360" cy="457200"/>
          </a:xfrm>
          <a:prstGeom prst="rect">
            <a:avLst/>
          </a:prstGeom>
          <a:solidFill>
            <a:srgbClr val="7FCC3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通じる頼み方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「下北沢店の時給を1300円に」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「全店舗の募集を再開して」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「6/17の説明会、何人いる？」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「○○店の写真を差し替えて」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0233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417320"/>
            <a:ext cx="4023360" cy="45720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417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  通じにくい頼み方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2057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「いい感じにして」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560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「全部変えて」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3063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「直しといて」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566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「あれの修正お願い」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4D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 迷ったら一行で頼んで、Claudeが質問してきたら追加情報を渡す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937760"/>
            <a:ext cx="9144000" cy="228600"/>
          </a:xfrm>
          <a:prstGeom prst="rect">
            <a:avLst/>
          </a:prstGeom>
          <a:solidFill>
            <a:srgbClr val="1A4D2E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937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スポーツマリオ 採用サイト 運用ガイド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937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CC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困った時の対処法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 Claude に相談、それでもダメなら桐原さん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7FCC3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508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エラーメッセージをそのまま Claude に貼る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ほとんどはこれで解決します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1536192"/>
            <a:ext cx="2331720" cy="73152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5361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「こんなエラーが出てる：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[エラーメッセージをコピペ]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解決お願い」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7FCC3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2606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まずは pull して最新を取り込む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971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他の人の変更が来てたら conflict することも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633472"/>
            <a:ext cx="2331720" cy="73152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263347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「他のメンバーの変更を取り込んで、私の変更も含めて push して」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7FCC3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3703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解決しなければ桐原さんに連絡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069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Slack または直接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3730752"/>
            <a:ext cx="2331720" cy="73152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373075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yusuke.kirihara@sports-mario.jp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937760"/>
            <a:ext cx="9144000" cy="228600"/>
          </a:xfrm>
          <a:prstGeom prst="rect">
            <a:avLst/>
          </a:prstGeom>
          <a:solidFill>
            <a:srgbClr val="1A4D2E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937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スポーツマリオ 採用サイト 運用ガイド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03920" y="4937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FCC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参考ドキュメント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C:\recruit-mock\ に入っています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1732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141732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プロジェクト全体の文脈（Claude が自動で読みます）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92024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965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リポジトリの説明書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42316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docs/ONBOARDING.md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242316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新メンバー向け 詳細セットアップ手順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292608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docs/COMMON_TASKS.md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292608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よく使う作業のプロンプト例集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342900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7280" y="3474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docs/aws-iam-setup.md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34290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管理者用：AWS IAM ユーザー作成手順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393192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97280" y="3977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.claude/skills/recruit-shop-edit/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393192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店舗編集スキル（Claudeが自動使用）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937760"/>
            <a:ext cx="9144000" cy="228600"/>
          </a:xfrm>
          <a:prstGeom prst="rect">
            <a:avLst/>
          </a:prstGeom>
          <a:solidFill>
            <a:srgbClr val="1A4D2E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937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スポーツマリオ 採用サイト 運用ガイド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03920" y="4937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4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7FCC3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7FCC3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お疲れ様でした 🎉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FCC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これであなたも採用サイトの編集担当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3383280"/>
            <a:ext cx="6400800" cy="10972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429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CC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次のステップ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37490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実際に何か1つ編集してみてください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（時給変更、文言修正など、軽いもので）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株式会社スポーツマリオ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採用サイト運用ガイド</dc:title>
  <dc:subject>PptxGenJS Presentation</dc:subject>
  <dc:creator>株式会社スポーツマリオ</dc:creator>
  <cp:lastModifiedBy>株式会社スポーツマリオ</cp:lastModifiedBy>
  <cp:revision>1</cp:revision>
  <dcterms:created xsi:type="dcterms:W3CDTF">2026-06-03T05:32:33Z</dcterms:created>
  <dcterms:modified xsi:type="dcterms:W3CDTF">2026-06-03T05:32:33Z</dcterms:modified>
</cp:coreProperties>
</file>